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Campaign Performance Report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© 2018 Crownsmen Partners | www.crownsmen.com | info@crownsmen.com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Date Created 07/17/2026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Report Content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Episode Performance 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Promotional Links - Episode Launch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8229600" cy="585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90144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Platform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URL</a:t>
                      </a:r>
                    </a:p>
                  </a:txBody>
                  <a:tcPr/>
                </a:tc>
              </a:tr>
              <a:tr h="390144">
                <a:tc>
                  <a:txBody>
                    <a:bodyPr/>
                    <a:lstStyle/>
                    <a:p>
                      <a:r>
                        <a:t>YouTube (Full Episode)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https://youtu.be/h8460qMiK1M</a:t>
                      </a:r>
                    </a:p>
                  </a:txBody>
                  <a:tcPr/>
                </a:tc>
              </a:tr>
              <a:tr h="390144">
                <a:tc>
                  <a:txBody>
                    <a:bodyPr/>
                    <a:lstStyle/>
                    <a:p>
                      <a:r>
                        <a:t>YouTube (Highlight)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https://youtu.be/x8vKSSXCzck</a:t>
                      </a:r>
                    </a:p>
                  </a:txBody>
                  <a:tcPr/>
                </a:tc>
              </a:tr>
              <a:tr h="390144">
                <a:tc>
                  <a:txBody>
                    <a:bodyPr/>
                    <a:lstStyle/>
                    <a:p>
                      <a:r>
                        <a:t>LinkedIn – Crownsmen Partners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https://www.linkedin.com/feed/update/urn:li:activity:7468050250084151299</a:t>
                      </a:r>
                    </a:p>
                  </a:txBody>
                  <a:tcPr/>
                </a:tc>
              </a:tr>
              <a:tr h="390144">
                <a:tc>
                  <a:txBody>
                    <a:bodyPr/>
                    <a:lstStyle/>
                    <a:p>
                      <a:r>
                        <a:t>LinkedIn – Mining Now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https://www.linkedin.com/feed/update/urn:li:activity:7468050163564060672</a:t>
                      </a:r>
                    </a:p>
                  </a:txBody>
                  <a:tcPr/>
                </a:tc>
              </a:tr>
              <a:tr h="390144">
                <a:tc>
                  <a:txBody>
                    <a:bodyPr/>
                    <a:lstStyle/>
                    <a:p>
                      <a:r>
                        <a:t>Facebook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https://www.facebook.com/crownsmenp/posts/pfbid0gBgLrginrovnJQV7e2aXLppeYGzKTacgw8nqUL4wrwy3JXrjgCu67X5vogxRN1UVl</a:t>
                      </a:r>
                    </a:p>
                  </a:txBody>
                  <a:tcPr/>
                </a:tc>
              </a:tr>
              <a:tr h="390144">
                <a:tc>
                  <a:txBody>
                    <a:bodyPr/>
                    <a:lstStyle/>
                    <a:p>
                      <a:r>
                        <a:t>Instagram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https://www.instagram.com/p/DZI6XXLk3oc/</a:t>
                      </a:r>
                    </a:p>
                  </a:txBody>
                  <a:tcPr/>
                </a:tc>
              </a:tr>
              <a:tr h="390144">
                <a:tc>
                  <a:txBody>
                    <a:bodyPr/>
                    <a:lstStyle/>
                    <a:p>
                      <a:r>
                        <a:t>Threads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https://www.threads.com/@crownsmenp/post/DZI5F8wE3Yk</a:t>
                      </a:r>
                    </a:p>
                  </a:txBody>
                  <a:tcPr/>
                </a:tc>
              </a:tr>
              <a:tr h="390144">
                <a:tc>
                  <a:txBody>
                    <a:bodyPr/>
                    <a:lstStyle/>
                    <a:p>
                      <a:r>
                        <a:t>X (Twitter)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https://x.com/CrownsmenP/status/2062286677910180009</a:t>
                      </a:r>
                    </a:p>
                  </a:txBody>
                  <a:tcPr/>
                </a:tc>
              </a:tr>
              <a:tr h="390144">
                <a:tc>
                  <a:txBody>
                    <a:bodyPr/>
                    <a:lstStyle/>
                    <a:p>
                      <a:r>
                        <a:t>Spotify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https://spotifycreators-web.app.link/e/XTUUZOhgG3b</a:t>
                      </a:r>
                    </a:p>
                  </a:txBody>
                  <a:tcPr/>
                </a:tc>
              </a:tr>
              <a:tr h="390144">
                <a:tc>
                  <a:txBody>
                    <a:bodyPr/>
                    <a:lstStyle/>
                    <a:p>
                      <a:r>
                        <a:t>Rumble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https://rumble.com/v7arwbs-prospex-pp.html</a:t>
                      </a:r>
                    </a:p>
                  </a:txBody>
                  <a:tcPr/>
                </a:tc>
              </a:tr>
              <a:tr h="390144">
                <a:tc>
                  <a:txBody>
                    <a:bodyPr/>
                    <a:lstStyle/>
                    <a:p>
                      <a:r>
                        <a:t>Crownsmen Website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https://www.crownsmen.com/prospex-group-mining-royalties-digital-investment/</a:t>
                      </a:r>
                    </a:p>
                  </a:txBody>
                  <a:tcPr/>
                </a:tc>
              </a:tr>
              <a:tr h="390144">
                <a:tc>
                  <a:txBody>
                    <a:bodyPr/>
                    <a:lstStyle/>
                    <a:p>
                      <a:r>
                        <a:t>Apple Podcasts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https://podcasts.apple.com/us/podcast/mn-360-prospex-group-modernizing-how-people-invest/id1365112754</a:t>
                      </a:r>
                    </a:p>
                  </a:txBody>
                  <a:tcPr/>
                </a:tc>
              </a:tr>
              <a:tr h="390144">
                <a:tc>
                  <a:txBody>
                    <a:bodyPr/>
                    <a:lstStyle/>
                    <a:p>
                      <a:r>
                        <a:t>LinkedIn Newsletter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https://www.linkedin.com/pulse/prospex-group-modernizes-investment-mining-fractional-nafsc/</a:t>
                      </a:r>
                    </a:p>
                  </a:txBody>
                  <a:tcPr/>
                </a:tc>
              </a:tr>
              <a:tr h="390144">
                <a:tc>
                  <a:txBody>
                    <a:bodyPr/>
                    <a:lstStyle/>
                    <a:p>
                      <a:r>
                        <a:t>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https://myemail.constantcontact.com/ProspEx-Group--Unlocking-Mining-Royalties-for-a-New-Generation-of-Investors.html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Promotional Links - Event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8229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38912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Content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Link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Remarks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r>
                        <a:t>Email (Filming Schedule)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https://myemail.constantcontact.com/We-re-Live-at-PDAC---Mining-NOW-Is-Filming.html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r>
                        <a:t>Post (Filming Schedule)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https://www.instagram.com/p/DVWilgPk8MC/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Posted also on Facebook, LinkedIn (Crownsmen Partners, Host Page, Show Page), X (Twitter), Threads, Instagram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r>
                        <a:t>Behind-the-Scenes Images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https://www.instagram.com/p/DVZcp4vAcmb/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Posted also on Facebook, LinkedIn (Crownsmen Partners, Sales Lead Page, Show Page), X (Twitter), Threads, Instagram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r>
                        <a:t>Coming Soon Reel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https://youtube.com/shorts/eA4g4aDOLGs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Posted also on Facebook, LinkedIn (Crownsmen Partners, Sales Lead Page, Show Page), X (Twitter), Threads, TikTok, Instagram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Episode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360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YouTube | Full Episode Statistics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ProspEx Group: Modernizing Investment in Mining with Fractional Royalties #360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Video Views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82880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[TBD]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4028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Average Percentage Viewed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22402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[TBD]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Average View Duration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65176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[TBD]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6324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Watch Time Hours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306324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[TBD]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7472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% of viewers watching 25% or more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47472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[TBD]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88620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% of viewers watching 50% or more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388620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[TBD]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29768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% of viewers watching 90% or more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42976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[TBD]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YouTube | Highlight Episode Statistics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The Future of Mining Royalties with ProspEx Group’s Digital Investment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Video Views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82880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[TBD]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4028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Average Percentage Viewed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22402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[TBD]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Average View Duration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65176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[TBD]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6324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% of viewers watching 25% or more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306324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[TBD]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7472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% of viewers watching 50% or more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47472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[TBD]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88620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% of viewers watching 90% or more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388620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[TBD]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YouTube | Geography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Country/Region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Views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[TBD]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Pull from YouTube Analytics API or Studio export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Email Marketing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Successful Deliveries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109728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[TBD]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Opens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4630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[TBD]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Open 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8288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[TBD]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Clicks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1945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[TBD]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260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One-Click Conversion 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747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URL Used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8404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https://app.prospexgroup.com.au/?utm_source=Crownsmen+Partners&amp;utm_medium=Episode&amp;utm_campaign=One+Click+Conversion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720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Total # Clicks to Website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45720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[TBD]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0" y="27432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© 2018 Crownsmen Partners | www.crownsmen.com | info@crownsmen.com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