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Campaign Performance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6032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C9A227"/>
                </a:solidFill>
              </a:defRPr>
            </a:pPr>
            <a:r>
              <a:t>CS 67. Equify Financial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The Hidden Cash Inside Your Equipment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BBCC"/>
                </a:solidFill>
              </a:defRPr>
            </a:pPr>
            <a:r>
              <a:t>The Construction Show</a:t>
            </a:r>
          </a:p>
          <a:p>
            <a:pPr>
              <a:defRPr sz="1400">
                <a:solidFill>
                  <a:srgbClr val="AABBCC"/>
                </a:solidFill>
              </a:defRPr>
            </a:pPr>
            <a:r>
              <a:t>Report Date: 2026-07-31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CS 67 — Equify Financial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920240" cy="100584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2B4A"/>
                </a:solidFill>
              </a:defRPr>
            </a:pPr>
            <a:r>
              <a:t>Total YouTube Views</a:t>
            </a:r>
          </a:p>
          <a:p>
            <a:pPr>
              <a:defRPr sz="2200" b="1">
                <a:solidFill>
                  <a:srgbClr val="1A2B4A"/>
                </a:solidFill>
              </a:defRPr>
            </a:pPr>
            <a:r>
              <a:t>56,615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80160"/>
            <a:ext cx="192024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3716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Main Episode Views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52,894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280160"/>
            <a:ext cx="192024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3716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LinkedIn Reactions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280160"/>
            <a:ext cx="192024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3716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Email Open Rate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192024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Email Sends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468880"/>
            <a:ext cx="192024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5603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Email Clicks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468880"/>
            <a:ext cx="192024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5603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Landing Page Sessions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468880"/>
            <a:ext cx="192024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5603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UTM Clicks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49039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B4A"/>
                </a:solidFill>
              </a:defRPr>
            </a:pPr>
            <a:r>
              <a:t>Campaign Overview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• Full episode published across YouTube, podcast platforms, and social channels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• 2 promotional clips distributed on YouTube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• Social promotion on LinkedIn, Facebook, Instagram, Threads, and X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• Email campaign via Constant Contact to industry subscriber list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• Dedicated landing page: crownsmen.com/equify-financial-construction-equipment-financing/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YouTube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Crownsmen Partners Channel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1323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31520"/>
                <a:gridCol w="914400"/>
                <a:gridCol w="731520"/>
                <a:gridCol w="822960"/>
                <a:gridCol w="73152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Views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Likes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Comments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Equify Financial: The Hidden Cash Inside Your...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52,894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Equify Financial Shares Why Renting Equipment...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Clip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2,104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Equify Financial Talks About Equipment Financ...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1,617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B4A"/>
                </a:solidFill>
              </a:defRPr>
            </a:pPr>
            <a:r>
              <a:t>YouTube Highlights</a:t>
            </a:r>
          </a:p>
          <a:p>
            <a:pPr>
              <a:defRPr sz="1200">
                <a:solidFill>
                  <a:srgbClr val="333333"/>
                </a:solidFill>
              </a:defRPr>
            </a:pPr>
            <a:r>
              <a:t>• Main episode: 52,894 views</a:t>
            </a:r>
          </a:p>
          <a:p>
            <a:pPr>
              <a:defRPr sz="1200">
                <a:solidFill>
                  <a:srgbClr val="333333"/>
                </a:solidFill>
              </a:defRPr>
            </a:pPr>
            <a:r>
              <a:t>• Promotional clips combined: 3,721 views</a:t>
            </a:r>
          </a:p>
          <a:p>
            <a:pPr>
              <a:defRPr sz="1200">
                <a:solidFill>
                  <a:srgbClr val="333333"/>
                </a:solidFill>
              </a:defRPr>
            </a:pPr>
            <a:r>
              <a:t>• Total YouTube reach: 56,615 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Social Media — 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Organic Posts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371600"/>
          <a:ext cx="804672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1371600"/>
                <a:gridCol w="1097280"/>
                <a:gridCol w="109728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Reactions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Comments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Impressions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Clicks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Reposts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Crownsmen Partners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The Construction Show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B4A"/>
                </a:solidFill>
              </a:defRPr>
            </a:pPr>
            <a:r>
              <a:t>Post Details</a:t>
            </a:r>
          </a:p>
          <a:p>
            <a:pPr>
              <a:defRPr sz="1000">
                <a:solidFill>
                  <a:srgbClr val="2E6BA4"/>
                </a:solidFill>
              </a:defRPr>
            </a:pPr>
            <a:r>
              <a:t>• Crownsmen Partners: https://www.linkedin.com/posts/crownsmen-partners_construction-financing-videoproduction-activity-7465509214887620608-0KPJ</a:t>
            </a:r>
          </a:p>
          <a:p>
            <a:pPr>
              <a:defRPr sz="1000">
                <a:solidFill>
                  <a:srgbClr val="2E6BA4"/>
                </a:solidFill>
              </a:defRPr>
            </a:pPr>
            <a:r>
              <a:t>• The Construction Show: https://www.linkedin.com/posts/the-construction-show_construction-financing-videoproduction-activity-7465509590617567233-kFXM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Social Media — Other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Facebook | Instagram | Threads | 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371600"/>
          <a:ext cx="81381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371600"/>
                <a:gridCol w="1097280"/>
                <a:gridCol w="1097280"/>
                <a:gridCol w="13716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Likes/Reactions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Comments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Shares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Views/Reach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Facebook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Crownsmen Partners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Instagram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@crownsmenp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Threads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@crownsmenp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X (Twitter)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@CrownsmenP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Podcast &amp; Audio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The Construction Show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371600"/>
          <a:ext cx="71323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200400"/>
                <a:gridCol w="1371600"/>
                <a:gridCol w="9144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Episode Title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Plays/Downloads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Spotify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CS 67. Equify Financial: The Hidden Cash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Apple Podcasts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CS 67. Equify Financial: The Hidden Cash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59m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Amazon Music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CS 67 — Equify Financial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Rumble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CS 67 — Equify Financial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B4A"/>
                </a:solidFill>
              </a:defRPr>
            </a:pPr>
            <a:r>
              <a:t>Distribution Notes</a:t>
            </a:r>
          </a:p>
          <a:p>
            <a:pPr>
              <a:defRPr sz="1200">
                <a:solidFill>
                  <a:srgbClr val="333333"/>
                </a:solidFill>
              </a:defRPr>
            </a:pPr>
            <a:r>
              <a:t>• Episode syndicated to Spotify, Apple Podcasts, Amazon Music, and Rumble</a:t>
            </a:r>
          </a:p>
          <a:p>
            <a:pPr>
              <a:defRPr sz="1200">
                <a:solidFill>
                  <a:srgbClr val="333333"/>
                </a:solidFill>
              </a:defRPr>
            </a:pPr>
            <a:r>
              <a:t>• Full video also available on YouTube and Crownsmen.com landing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Email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Constant Contact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920240" cy="109728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2B4A"/>
                </a:solidFill>
              </a:defRPr>
            </a:pPr>
            <a:r>
              <a:t>Emails Sent</a:t>
            </a:r>
          </a:p>
          <a:p>
            <a:pPr>
              <a:defRPr sz="22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Delivered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Unique Opens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Open Rate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Unique Clicks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Click Rate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Bounces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Unsubscribes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4114800"/>
          <a:ext cx="4572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Campaign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Subject Line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Send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Website &amp; Landing Page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crownsmen.com | UTM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920240" cy="109728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2B4A"/>
                </a:solidFill>
              </a:defRPr>
            </a:pPr>
            <a:r>
              <a:t>Page Views</a:t>
            </a:r>
          </a:p>
          <a:p>
            <a:pPr>
              <a:defRPr sz="22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Sessions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Unique Users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Avg. Duration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UTM Clicks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Bounce Rate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Client Site Clicks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Conversion Rate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4114800"/>
          <a:ext cx="73152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286000"/>
                <a:gridCol w="13716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UTM Source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UTM Medium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UTM Campaign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Clicks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crownsmen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Google Ads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Paid Media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920240" cy="109728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2B4A"/>
                </a:solidFill>
              </a:defRPr>
            </a:pPr>
            <a:r>
              <a:t>Impressions</a:t>
            </a:r>
          </a:p>
          <a:p>
            <a:pPr>
              <a:defRPr sz="22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Clicks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CTR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3716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Cost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Conversions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Cost/Conv.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Avg. CPC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743200"/>
            <a:ext cx="1920240" cy="10972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8346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Video Views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4114800"/>
          <a:ext cx="795528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371600"/>
                <a:gridCol w="1097280"/>
                <a:gridCol w="13716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Campaign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Ad Group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Impressions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Clicks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 &amp;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Equify Financial — CS 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B4A"/>
                </a:solidFill>
              </a:defRPr>
            </a:pPr>
            <a:r>
              <a:t>Performance Highlights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✓  Main YouTube episode reached 52,894 views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✓  Combined YouTube content: 56,615 total views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✓  LinkedIn posts generated 26 reactions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✓  2 promotional clips extending episode reach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✓  Multi-platform distribution across 10+ channels</a:t>
            </a:r>
          </a:p>
          <a:p>
            <a:br/>
            <a:pPr>
              <a:defRPr sz="1400" b="1">
                <a:solidFill>
                  <a:srgbClr val="1A2B4A"/>
                </a:solidFill>
              </a:defRPr>
            </a:pPr>
            <a:r>
              <a:t>Data Gaps</a:t>
            </a:r>
          </a:p>
          <a:p>
            <a:pPr>
              <a:spcBef>
                <a:spcPts val="300"/>
              </a:spcBef>
              <a:defRPr sz="1000">
                <a:solidFill>
                  <a:srgbClr val="666666"/>
                </a:solidFill>
              </a:defRPr>
            </a:pPr>
            <a:r>
              <a:t>• YouTube likes/comments for https://youtu.be/RZMgRG6HlB4</a:t>
            </a:r>
          </a:p>
          <a:p>
            <a:pPr>
              <a:spcBef>
                <a:spcPts val="300"/>
              </a:spcBef>
              <a:defRPr sz="1000">
                <a:solidFill>
                  <a:srgbClr val="666666"/>
                </a:solidFill>
              </a:defRPr>
            </a:pPr>
            <a:r>
              <a:t>• YouTube likes/comments for https://youtu.be/-y_KlhcE80k</a:t>
            </a:r>
          </a:p>
          <a:p>
            <a:pPr>
              <a:spcBef>
                <a:spcPts val="300"/>
              </a:spcBef>
              <a:defRPr sz="1000">
                <a:solidFill>
                  <a:srgbClr val="666666"/>
                </a:solidFill>
              </a:defRPr>
            </a:pPr>
            <a:r>
              <a:t>• YouTube likes/comments for https://youtu.be/cb6VcOTrP0w</a:t>
            </a:r>
          </a:p>
          <a:p>
            <a:pPr>
              <a:spcBef>
                <a:spcPts val="300"/>
              </a:spcBef>
              <a:defRPr sz="1000">
                <a:solidFill>
                  <a:srgbClr val="666666"/>
                </a:solidFill>
              </a:defRPr>
            </a:pPr>
            <a:r>
              <a:t>• Facebook (Crownsmen Partners): reactions, comments, shares, reach (Facebook Grap...</a:t>
            </a:r>
          </a:p>
          <a:p>
            <a:pPr>
              <a:spcBef>
                <a:spcPts val="300"/>
              </a:spcBef>
              <a:defRPr sz="1000">
                <a:solidFill>
                  <a:srgbClr val="666666"/>
                </a:solidFill>
              </a:defRPr>
            </a:pPr>
            <a:r>
              <a:t>• Instagram (@crownsmenp): likes, comments, reach, saves (Instagram Graph API)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463040"/>
            <a:ext cx="2926080" cy="91440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2B4A"/>
                </a:solidFill>
              </a:defRPr>
            </a:pPr>
            <a:r>
              <a:t>Total YouTube Views</a:t>
            </a:r>
          </a:p>
          <a:p>
            <a:pPr>
              <a:defRPr sz="2200" b="1">
                <a:solidFill>
                  <a:srgbClr val="1A2B4A"/>
                </a:solidFill>
              </a:defRPr>
            </a:pPr>
            <a:r>
              <a:t>56,615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2560320"/>
            <a:ext cx="292608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97880" y="26517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LinkedIn Reactions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3657600"/>
            <a:ext cx="292608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7880" y="37490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Email Open Rate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4754880"/>
            <a:ext cx="292608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48463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Landing Page Sessions</a:t>
            </a:r>
          </a:p>
          <a:p>
            <a:pPr>
              <a:defRPr sz="18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