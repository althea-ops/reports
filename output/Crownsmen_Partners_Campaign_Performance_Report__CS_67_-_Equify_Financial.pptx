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Campaign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9A227"/>
                </a:solidFill>
              </a:defRPr>
            </a:pPr>
            <a:r>
              <a:t>CS 67. Equify Financial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The Hidden Cash Inside Your Equipment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891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BCC"/>
                </a:solidFill>
              </a:defRPr>
            </a:pPr>
            <a:r>
              <a:t>The Construction Show</a:t>
            </a:r>
          </a:p>
          <a:p>
            <a:pPr>
              <a:defRPr sz="1400">
                <a:solidFill>
                  <a:srgbClr val="AABBCC"/>
                </a:solidFill>
              </a:defRPr>
            </a:pPr>
            <a:r>
              <a:t>Report Date: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CS 67 — Equify Financial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920240" cy="91440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7007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2B4A"/>
                </a:solidFill>
              </a:defRPr>
            </a:pPr>
            <a:r>
              <a:t>Video Views</a:t>
            </a:r>
          </a:p>
          <a:p>
            <a:pPr>
              <a:defRPr sz="2000" b="1">
                <a:solidFill>
                  <a:srgbClr val="1A2B4A"/>
                </a:solidFill>
              </a:defRPr>
            </a:pPr>
            <a:r>
              <a:t>52,900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280160"/>
            <a:ext cx="1920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0048" y="1353312"/>
            <a:ext cx="17007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Watch Time (hrs)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80160"/>
            <a:ext cx="1920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1353312"/>
            <a:ext cx="17007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Avg % Viewed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280160"/>
            <a:ext cx="1920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1353312"/>
            <a:ext cx="17007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Email Open Rate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1920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50592"/>
            <a:ext cx="17007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Email Opens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377440"/>
            <a:ext cx="1920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" y="2450592"/>
            <a:ext cx="17007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Email Clicks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377440"/>
            <a:ext cx="1920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450592"/>
            <a:ext cx="17007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LinkedIn Reactions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377440"/>
            <a:ext cx="1920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2450592"/>
            <a:ext cx="17007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Google Ads Clicks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B4A"/>
                </a:solidFill>
              </a:defRPr>
            </a:pPr>
            <a:r>
              <a:t>Campaign Overview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Full episode + clips on YouTube; syndicated to podcast and social channels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Email via Constant Contact; paid promotion via Google Ads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Landing page: crownsmen.com/equify-financial-construction-equipment-financing/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Crownsmen Partners | Confidential | 2026-07-31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YouTube — Video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Crownsmen Partners Channel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74980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09728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Video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Video Views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Equify Financial: The Hidden Cash Inside Your Equi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52,900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Equify Financial Shares Why Renting Equipment Firs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Clip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2,104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Equify Financial Talks About Equipment Financing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1,617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840480"/>
            <a:ext cx="2560320" cy="91440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913632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2B4A"/>
                </a:solidFill>
              </a:defRPr>
            </a:pPr>
            <a:r>
              <a:t>Main Episode Views</a:t>
            </a:r>
          </a:p>
          <a:p>
            <a:pPr>
              <a:defRPr sz="2000" b="1">
                <a:solidFill>
                  <a:srgbClr val="1A2B4A"/>
                </a:solidFill>
              </a:defRPr>
            </a:pPr>
            <a:r>
              <a:t>52,900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840480"/>
            <a:ext cx="256032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3913632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Total YouTube Views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56,621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Crownsmen Partners | Confidential | 2026-07-31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YouTube Analytics &amp;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Equify Financial: The Hidden Cash Inside Your Equipment Flee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011680" cy="91440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61872"/>
            <a:ext cx="1792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2B4A"/>
                </a:solidFill>
              </a:defRPr>
            </a:pPr>
            <a:r>
              <a:t>Video Views</a:t>
            </a:r>
          </a:p>
          <a:p>
            <a:pPr>
              <a:defRPr sz="2000" b="1">
                <a:solidFill>
                  <a:srgbClr val="1A2B4A"/>
                </a:solidFill>
              </a:defRPr>
            </a:pPr>
            <a:r>
              <a:t>52,900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188720"/>
            <a:ext cx="201168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0048" y="1261872"/>
            <a:ext cx="1792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Avg % Viewed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201168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261872"/>
            <a:ext cx="1792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Avg View Duration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188720"/>
            <a:ext cx="18288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1261872"/>
            <a:ext cx="16093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Watch Time (hrs)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256032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359152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≥25% Watched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286000"/>
            <a:ext cx="256032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2359152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≥50% Watched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286000"/>
            <a:ext cx="256032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2359152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≥90% Watched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474720"/>
          <a:ext cx="45720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Retention Threshold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25% or more of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50% or more of video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90% or more of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Crownsmen Partners | Confidential | 2026-07-31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YouTube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Views by Country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731520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286000"/>
                <a:gridCol w="182880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Views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View Duration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Watch Time (hrs)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Crownsmen Partners | Confidential | 2026-07-31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Social Media —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Organic Posts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79552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37160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Account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Reactions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Comments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Crownsmen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The Construction Show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Crownsmen Partners | Confidential | 2026-07-31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Social &amp; Podcast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Facebook | Instagram | Threads | X | Podcast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3840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73152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Account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Engagement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Comments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Crownsmen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Instagram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@crownsmenp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@crownsmenp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X (Twitter)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@CrownsmenP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188720"/>
          <a:ext cx="3657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73152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Episode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Plays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Spotify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CS 67. Equify Financial: 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Apple Podcasts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CS 67. Equify Financial: The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Amazon Music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CS 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Rumble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CS 67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Crownsmen Partners | Confidential | 2026-07-31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Email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Constant Contact via Zapier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920240" cy="118872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70078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2B4A"/>
                </a:solidFill>
              </a:defRPr>
            </a:pPr>
            <a:r>
              <a:t>Successful Deliveries</a:t>
            </a:r>
          </a:p>
          <a:p>
            <a:pPr>
              <a:defRPr sz="20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371600"/>
            <a:ext cx="192024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0048" y="1444752"/>
            <a:ext cx="170078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Opens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192024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1444752"/>
            <a:ext cx="170078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Open Rate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371600"/>
            <a:ext cx="192024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1444752"/>
            <a:ext cx="170078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Clicks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926080"/>
          <a:ext cx="50292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Successful Deliveries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Campaign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Subject 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Crownsmen Partners | Confidential | 2026-07-31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Google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Paid Media via Zapier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77724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Ad / Campaign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Clicks to URL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Landing Page URL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[TBD]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https://www.crownsmen.com/equify-financial-co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114800"/>
            <a:ext cx="2011680" cy="91440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187952"/>
            <a:ext cx="1792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2B4A"/>
                </a:solidFill>
              </a:defRPr>
            </a:pPr>
            <a:r>
              <a:t>Total Clicks</a:t>
            </a:r>
          </a:p>
          <a:p>
            <a:pPr>
              <a:defRPr sz="20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4114800"/>
            <a:ext cx="201168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1488" y="4187952"/>
            <a:ext cx="1792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Impressions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4114800"/>
            <a:ext cx="201168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4187952"/>
            <a:ext cx="1792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CTR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4114800"/>
            <a:ext cx="1645920" cy="914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4187952"/>
            <a:ext cx="14264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Cost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Crownsmen Partners | Confidential | 2026-07-31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Equify Financial — CS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B4A"/>
                </a:solidFill>
              </a:defRPr>
            </a:pPr>
            <a:r>
              <a:t>Performance Highlights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✓  Main episode: 52,900 video views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✓  LinkedIn reactions: 26</a:t>
            </a:r>
          </a:p>
          <a:p>
            <a:br/>
            <a:pPr>
              <a:defRPr sz="1300" b="1">
                <a:solidFill>
                  <a:srgbClr val="1A2B4A"/>
                </a:solidFill>
              </a:defRPr>
            </a:pPr>
            <a:r>
              <a:t>Data Gaps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• YouTube Analytics: Average Percentage Viewed (YouTube Analytics API / Zapie...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• YouTube Analytics: Average View Duration (YouTube Analytics API / Zapier)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• YouTube Analytics: Watch Time Hours (YouTube Analytics API / Zapier)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• YouTube Analytics: % viewers watching 25% or more (YouTube Analytics API / ...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• YouTube Analytics: % viewers watching 50% or more (YouTube Analytics API / ...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• YouTube Analytics: % viewers watching 90% or more (YouTube Analytics API / 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463040"/>
            <a:ext cx="2926080" cy="82296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536192"/>
            <a:ext cx="27066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2B4A"/>
                </a:solidFill>
              </a:defRPr>
            </a:pPr>
            <a:r>
              <a:t>Video Views</a:t>
            </a:r>
          </a:p>
          <a:p>
            <a:pPr>
              <a:defRPr sz="2000" b="1">
                <a:solidFill>
                  <a:srgbClr val="1A2B4A"/>
                </a:solidFill>
              </a:defRPr>
            </a:pPr>
            <a:r>
              <a:t>52,900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468880"/>
            <a:ext cx="2926080" cy="82296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2542032"/>
            <a:ext cx="27066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Watch Time (hrs)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3474720"/>
            <a:ext cx="2926080" cy="82296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0448" y="3547872"/>
            <a:ext cx="27066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Email Opens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4480560"/>
            <a:ext cx="2926080" cy="82296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4553712"/>
            <a:ext cx="27066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Google Ads Clicks</a:t>
            </a:r>
          </a:p>
          <a:p>
            <a:pPr>
              <a:defRPr sz="1600" b="1">
                <a:solidFill>
                  <a:srgbClr val="1A2B4A"/>
                </a:solidFill>
              </a:defRPr>
            </a:pPr>
            <a:r>
              <a:t>[TBD]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Crownsmen Partners | Confidential | 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